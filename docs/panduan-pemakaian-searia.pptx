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CCFBF1"/>
                </a:solidFill>
                <a:latin typeface="Calibri"/>
              </a:rPr>
              <a:t>SISTEM INFORMASI KEJUARAAN RENANG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Panduan pemakaian SeaRIA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Untuk panitia dan peserta.
Dari persiapan kejuaraan sampai hasil dipublikasikan.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Tanpa pembayaran  ·  Peserta daftar tanpa akun  ·  Yang login: panitia, super admin, dan juri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ISI PRESENTASI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Apa yang akan dibahas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Gambaran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51663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Peran, alur besar, dan status kejuaraan yang harus berurutan.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57784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48132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17190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Panduan panitia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084832"/>
            <a:ext cx="51663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Siapkan acara, terima peserta, bagi seri, hari lomba, publikasi.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557784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81304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0507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Panduan peserta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416552"/>
            <a:ext cx="51663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Daftar tanpa akun, isi catatan waktu, simpan kode REG-…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57784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63640" y="370332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381304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9672" y="40507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Hari lomba &amp; juri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416552"/>
            <a:ext cx="516636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Siapa mengisi waktu, apa yang panitia cek sebelum hasil terbit.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PENGENALAN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Apa itu SeaRIA?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475569"/>
                </a:solidFill>
                <a:latin typeface="Calibri"/>
              </a:rPr>
              <a:t>Satu tempat untuk pendaftaran, pembagian seri, buku acara, dan hasil resmi kejuaraan renang.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57400"/>
            <a:ext cx="5577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057400"/>
            <a:ext cx="109728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2219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Tanpa bayar di sistem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587752"/>
            <a:ext cx="5166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Pendaftaran cukup data atlet dan nomor lomba. Tidak ada tagihan di aplikasi.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057400"/>
            <a:ext cx="5577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057400"/>
            <a:ext cx="109728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219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Peserta tanpa akun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87752"/>
            <a:ext cx="5166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Orang tua / pelatih / atlet mengisi form publik. Tidak perlu daftar akun.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69080"/>
            <a:ext cx="5577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069080"/>
            <a:ext cx="109728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2336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Panitia yang mengendalikan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599432"/>
            <a:ext cx="5166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Panitia menyiapkan acara, memeriksa data, membagi seri, lalu menerbitkan hasil.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069080"/>
            <a:ext cx="5577840" cy="1828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4069080"/>
            <a:ext cx="109728" cy="18288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2336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Urutan wajib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599432"/>
            <a:ext cx="5166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Status kejuaraan maju selangkah demi selangkah. Tidak boleh loncat.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PERAN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Siapa mengerjakan apa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128016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Panitia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27048"/>
            <a:ext cx="8138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Siapkan kejuaraan, buka/tutup pendaftaran, verifikasi, bagi seri, buku acara, cek hasil, publikasi.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11247120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28016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7919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Peserta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15768"/>
            <a:ext cx="8138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Daftar tanpa akun di Beranda atau /daftar. Simpan kode REG-…. Koreksi hanya lewat panitia.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11247120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703320"/>
            <a:ext cx="128016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6791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Juri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904488"/>
            <a:ext cx="8138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Isi waktu di hari lomba sesuai tugas. Kunci seri setelah lengkap.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92040"/>
            <a:ext cx="11247120" cy="1051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892040"/>
            <a:ext cx="128016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56632"/>
            <a:ext cx="2194560" cy="7315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1">
                <a:solidFill>
                  <a:srgbClr val="0F766E"/>
                </a:solidFill>
                <a:latin typeface="Calibri"/>
              </a:rPr>
              <a:t>Super 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093208"/>
            <a:ext cx="813816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475569"/>
                </a:solidFill>
                <a:latin typeface="Calibri"/>
              </a:rPr>
              <a:t>Sama seperti panitia, plus boleh mundurkan status kejuaraan (wajib isi alasan).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ALUR BESAR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 langkah kejuaraan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1732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24028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Siapkan data, kelompok umur, nomor, matriks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97480" y="141732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6459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24028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Buka pendaftaran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41732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6459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24028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Peserta daftar / panitia unggah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20" y="141732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0" y="16459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8" y="224028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Panitia setujui entri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141732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64592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8" y="224028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Tutup pendaftaran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74904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97764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" y="457200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Bagi seri dan lintasan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374904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0" y="397764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7208" y="457200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Cetak buku acara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0" y="374904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97764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38928" y="457200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Hari lomba: isi hasil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60920" y="374904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0" y="397764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70648" y="457200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Panitia cek hasil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3749040"/>
            <a:ext cx="2194560" cy="20574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3977640"/>
            <a:ext cx="19202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0F766E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4572000"/>
            <a:ext cx="1975104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0F172A"/>
                </a:solidFill>
                <a:latin typeface="Calibri"/>
              </a:rPr>
              <a:t>Publikasi ke publik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STATUS KEJUARAAN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Harus maju berurutan — tidak boleh loncat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25880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Draf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325880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47672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947672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Pendaftaran terbuka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947672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69464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69464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569464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Pendaftaran ditutup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569464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191256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191256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91256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Sudah diseeding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191256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13048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13048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13048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Hari lomba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13048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34840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434840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434840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Selesai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434840"/>
            <a:ext cx="4572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800" b="1">
                <a:solidFill>
                  <a:srgbClr val="0F766E"/>
                </a:solidFill>
                <a:latin typeface="Calibri"/>
              </a:rPr>
              <a:t>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056632"/>
            <a:ext cx="786384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56632"/>
            <a:ext cx="54864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056632"/>
            <a:ext cx="68580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1">
                <a:solidFill>
                  <a:srgbClr val="0F172A"/>
                </a:solidFill>
                <a:latin typeface="Calibri"/>
              </a:rPr>
              <a:t>Dipublikasikan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1325880"/>
            <a:ext cx="2834640" cy="42976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1554480"/>
            <a:ext cx="24231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92400E"/>
                </a:solidFill>
                <a:latin typeface="Calibri"/>
              </a:rPr>
              <a:t>Ingat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011680"/>
            <a:ext cx="242316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92400E"/>
                </a:solidFill>
                <a:latin typeface="Calibri"/>
              </a:rPr>
              <a:t>Mundur status hanya Super Admin, dan wajib mengisi alasan.
Form publik tidak muncul selama masih Draf.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CFBF1"/>
                </a:solidFill>
                <a:latin typeface="Calibri"/>
              </a:rPr>
              <a:t>BAGIAN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Panduan panitia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Siapkan dulu, baru peserta bisa daftar. Panitia mengendalikan seluruh alur sampai hasil terbit.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Menu di sidebar kiri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Dasbor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Pilih atau buat acara. Ubah status. Pengaturan kelompok umur, nomor, matriks, kesiapan, juri.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Pendaftaran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0195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Import Excel, tambah manual, setujui atau tolak entri.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Pembagian seri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0195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Susun seri dan lintasan dari catatan waktu. Cek, kunci.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70332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Buku acara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23367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Lihat start list, unduh PDF, unduh lembar hasil kosong.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Hasil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3367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Isi/koreksi waktu, verifikasi, medali, export.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57600" cy="2103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109728" cy="21031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Klub / Atlet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33672"/>
            <a:ext cx="3246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Data master. Verifikasi klub baru yang diketik peserta.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SEBELUM DAFTAR DIBUKA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Siapkan kejuaraan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904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1. Klub &amp; atlet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85623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Opsional. Tambah klub yang sudah dikenal. Verifikasi klub yang masih menunggu.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32588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4904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2. Buat acara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85623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Dasbor → Tambah acara. Nama, tempat, tanggal, 6/8 lintasan, batas nomor per atlet.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2588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4904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3. Kelompok umur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85623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Berdasarkan tahun lahir, bukan umur kalender. Rentang tidak boleh tumpang tindih.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70332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4. Nomor lomba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23367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Bisa isi susunan baku 34 nomor PA/PI. Contoh: 13 = 50 m gaya dada putra.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5. Matriks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3367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Centang grup mana boleh ikut nomor mana. Form daftar hanya menampilkan yang diizinkan.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57600" cy="2194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109728" cy="2194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6. Kesiapan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33672"/>
            <a:ext cx="324612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Cek yang masih kurang, lalu lanjut status ke Pendaftaran terbuka.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PENDAFTARAN TERBUKA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Tiga cara data peserta masuk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57600" cy="3017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09728" cy="3017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2704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Form publik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130552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Peserta buka Beranda atau /daftar. Tanpa akun. Dapat kode REG-…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17320"/>
            <a:ext cx="3657600" cy="3017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109728" cy="3017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2704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17647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Import Excel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30552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Pendaftaran → Import Excel. Unduh template, isi, unggah. Jalur utama jika klub kirim daftar lewat chat.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657600" cy="30175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417320"/>
            <a:ext cx="109728" cy="30175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52704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17647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Input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130552"/>
            <a:ext cx="324612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Pendaftaran → Tambah manual. Untuk koreksi kecil, bukan daftar klub utuh.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0060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92400E"/>
                </a:solidFill>
                <a:latin typeface="Calibri"/>
              </a:rPr>
              <a:t>Penting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107899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92400E"/>
                </a:solidFill>
                <a:latin typeface="Calibri"/>
              </a:rPr>
              <a:t>Ketiga jalur menghasilkan entri berstatus menunggu verifikasi. Yang belum disetujui tidak masuk pembagian seri. Import hanya bisa selama status masih Pendaftaran terbuka.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PENDAFTARAN → IMPORT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Cara unggah daftar klub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Unduh template. Sudah menyesuaikan kejuaraan (lembar NOMOR LOMBA dan PETUNJUK).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Isi lembar PESERTA. Satu baris = satu atlet pada satu nomor. Ikut tiga nomor = tiga baris.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Wajib: nama lengkap, L/P, tahun lahir, klub/sekolah, kode acara. Catatan waktu boleh kosong (NT).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Unggah .xlsx atau .csv (maks. 5 MB, 2.000 baris).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Cek pratinjau: baris valid, baris bermasalah, peringatan nama klub mirip.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Perbaiki di layar atau unduh laporan kesalahan untuk dikembalikan ke klub.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Tekan Import … baris valid. Lalu tetap verifikasi sebelum pembagian seri.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PENDAFTARAN → ANTREAN VERIFIKASI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Setujui atau tolak entri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09728" cy="3108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Setujui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51663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Status menjadi terverifikasi. Hanya entri ini yang masuk pembagian seri. Ada penyetujuan massal. Bisa saring per klub, nomor, atau kelompok umur.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3108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109728" cy="31089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8132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19072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Tolak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84832"/>
            <a:ext cx="507492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Wajib isi alasan. Pendaftar tidak mengedit sendiri. Panitia yang memperbaiki, atau minta data ulang lewat WhatsApp dengan kode REG-…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09160"/>
            <a:ext cx="11247120" cy="150876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92040"/>
            <a:ext cx="1078992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134E4A"/>
                </a:solidFill>
                <a:latin typeface="Calibri"/>
              </a:rPr>
              <a:t>Jika semua data sudah rapi: buka Ringkasan acara, lanjutkan status ke Pendaftaran ditutup. Form publik dan import Excel berhenti.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PEMBAGIAN SERI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Apa itu seeding?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0F172A"/>
                </a:solidFill>
                <a:latin typeface="Calibri"/>
              </a:rPr>
              <a:t>Seeding = menyusun siapa berenang di seri berapa dan lintasan berapa, dari catatan waktu saat daftar — bukan hasil lomba.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55778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286000"/>
            <a:ext cx="109728" cy="1737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4505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Seri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16352"/>
            <a:ext cx="5166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Kolam hanya 6 atau 8 lintasan. Jika peserta lebih banyak, mereka dibagi ke beberapa gelombang (seri).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5778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286000"/>
            <a:ext cx="109728" cy="1737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4505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Lintasan tengah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816352"/>
            <a:ext cx="5166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Biasanya untuk yang lebih cepat dalam seri itu. Seri terakhir biasanya berisi perenang tercepat.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160519"/>
            <a:ext cx="55778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160519"/>
            <a:ext cx="109728" cy="1737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4325111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4690871"/>
            <a:ext cx="5166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Tidak ada catatan waktu. Diletakkan di seri belakang.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4160519"/>
            <a:ext cx="5577840" cy="1737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4160519"/>
            <a:ext cx="109728" cy="17373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4325111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Hanya yang disetujui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690871"/>
            <a:ext cx="5166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Entri menunggu verifikasi tidak ikut. Pembagian dihitung per nomor lomba × kelompok umur.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PEMBAGIAN SERI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Langkah yang harus dikerjakan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Tutup pendaftaran di Ringkasan.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2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84832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Setujui semua entri di Pendaftaran.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9504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9504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889504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Tekan Bagi seri seluruh kejuaraan.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94176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694176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694176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Buka Lihat susunan per nomor × kelompok umur. Tukar lintasan atau keluarkan peserta jika perlu.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98848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498848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98848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Kunci jika susunan sudah final.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1247120" cy="71323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03520"/>
            <a:ext cx="64008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0F766E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303520"/>
            <a:ext cx="10058400" cy="7132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Di Ringkasan, lanjutkan status ke Sudah diseeding. Baru buku acara bisa dicetak dan dilihat publik.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SETELAH SERI DIBAGI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Buku acara dan penugasan juri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4480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09728" cy="4480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81328"/>
            <a:ext cx="52120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1907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Buku acara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84832"/>
            <a:ext cx="516636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Menu Buku acara.
• Lihat start list di layar
• Unduh PDF buku acara
• Unduh lembar hasil kosong untuk dicatat di pinggir kolam
Publik juga bisa melihat start list setelah status Sudah diseeding.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480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109728" cy="4480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481328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719072"/>
            <a:ext cx="5074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Penugasan juri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084832"/>
            <a:ext cx="50749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Ringkasan → Pengaturan acara → Penugasan juri.
Tentukan juri mana mengisi nomor/seri mana.
Tanpa ini, juri tidak melihat tugas. Bisa juga diatur dari halaman Hasil.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HARI LOMBA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Hasil diisi, lalu dicek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Di Ringkasan, lanjutkan status ke Hari lomba.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Juri masuk → Tugas juri → pilih seri → isi waktu per lintasan.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Ketikan cepat: 3470 menjadi 00:34.70. Status khusus: DNS, DNF, DSQ.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Setelah seri lengkap, juri kunci seri.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Panitia boleh mengisi atau mengkoreksi di menu Hasil tanpa menunggu juri. Koreksi setelah kunci tercatat di Audit.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Tab Verifikasi: tandai hasil per seri atau per nomor sudah dicek.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Jika seluruh hasil selesai, lanjutkan status ke Selesai, lalu Dipublikasikan.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PANITIA · PUBLIKASI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Setelah status Dipublikasikan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Hasil resmi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Publik lihat dan unduh PDF hasil di halaman kejuaraan.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7160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Peringkat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190195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 nomor lomba × kelompok umur.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153619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Medali / klasemen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190195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Jika diaktifkan di halaman hasil.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370332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Cari atlet &amp; arsip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23367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Menu Cari atlet dan Arsip di situs publik.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70332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51960" y="370332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0799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Export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3367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Unduh Excel peserta, start list, hasil, medali.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2440" y="3703320"/>
            <a:ext cx="365760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370332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386791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Ingat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33672"/>
            <a:ext cx="324612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Catatan waktu daftar bukan hasil. Hasil hanya dari hari lomba.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CFBF1"/>
                </a:solidFill>
                <a:latin typeface="Calibri"/>
              </a:rPr>
              <a:t>BAGIAN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Panduan peserta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Tidak perlu membuat akun. Isi data, pilih nomor, simpan kode pendaftaran.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PESERTA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Daftar dalam 3 langkah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657600" cy="4480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371600"/>
            <a:ext cx="109728" cy="4480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8132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Langkah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7190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1. Data diri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084832"/>
            <a:ext cx="32461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Kontak pendaftar (nama + WhatsApp). Nama atlet, L/P, tahun lahir, klub, kota.
Tahun lahir menentukan kelompok umur — bukan umur di hari lomba.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657600" cy="4480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109728" cy="4480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48132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Langkah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7190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2. Pilih nomor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084832"/>
            <a:ext cx="32461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Hanya nomor yang cocok dengan jenis kelamin dan kelompok umur yang tampil.
Centang nomor, isi catatan waktu jika ada. Kosong = 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371600"/>
            <a:ext cx="3657600" cy="44805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92440" y="1371600"/>
            <a:ext cx="109728" cy="448056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481328"/>
            <a:ext cx="32918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Langkah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1719072"/>
            <a:ext cx="3246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3. Cek &amp; kirim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084832"/>
            <a:ext cx="32461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Periksa data. Setelah dikirim tidak bisa diubah sendiri.
Simpan atau potret kode REG-…. Itu rujukan saat menghubungi panitia.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PESERTA · CATATAN WAKTU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Ketik 6 angka, dari kiri ke kanan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0F172A"/>
                </a:solidFill>
                <a:latin typeface="Calibri"/>
              </a:rPr>
              <a:t>Catatan waktu (seed) = waktu terbaik atlet. Dipakai panitia untuk membagi seri dan lintasan. Bukan hasil lomba nanti.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4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0896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566160"/>
            <a:ext cx="2240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Menit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8862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paling kiri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468880"/>
            <a:ext cx="5029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475569"/>
                </a:solidFill>
                <a:latin typeface="Calibri"/>
              </a:rPr>
              <a:t>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4360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566160"/>
            <a:ext cx="2240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Detik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8862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tengah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2468880"/>
            <a:ext cx="50292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200" b="1">
                <a:solidFill>
                  <a:srgbClr val="475569"/>
                </a:solidFill>
                <a:latin typeface="Calibr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78240" y="2240280"/>
            <a:ext cx="1051560" cy="12344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2331720"/>
            <a:ext cx="105156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600" b="1">
                <a:solidFill>
                  <a:srgbClr val="134E4A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566160"/>
            <a:ext cx="2240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0F766E"/>
                </a:solidFill>
                <a:latin typeface="Calibri"/>
              </a:rPr>
              <a:t>1/100 dtk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886200"/>
            <a:ext cx="2240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paling kanan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34E4A"/>
                </a:solidFill>
                <a:latin typeface="Calibri"/>
              </a:rPr>
              <a:t>013470  →  01:34.70   (1 menit 34,70 detik)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7548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•  Contoh 52,20 detik: ketik 005220 atau 5220.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475569"/>
                </a:solidFill>
                <a:latin typeface="Calibri"/>
              </a:rPr>
              <a:t>•  Boleh juga 52.20 atau 1:34.70. Kosong atau NT = belum punya catatan waktu.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PESERTA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Setelah pendaftaran terkirim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5361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Simpan kode REG-…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516636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Potret halaman. Kode itu satu-satunya rujukan saat menghubungi panitia. Halaman tidak bisa dibuka lagi setelah peramban ditutup.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57784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53619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Panitia memeriksa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901952"/>
            <a:ext cx="516636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Jika ada yang perlu diperbaiki, panitia menghubungi WhatsApp Anda.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703320"/>
            <a:ext cx="557784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370332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Tidak bisa edit sendiri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233672"/>
            <a:ext cx="516636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Perubahan atau pembatalan hanya lewat panitia, dengan menyebutkan kode.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03320"/>
            <a:ext cx="5577840" cy="2148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3703320"/>
            <a:ext cx="109728" cy="214884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867912"/>
            <a:ext cx="5166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0F172A"/>
                </a:solidFill>
                <a:latin typeface="Calibri"/>
              </a:rPr>
              <a:t>Lihat jadwal &amp; hasil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233672"/>
            <a:ext cx="516636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75569"/>
                </a:solidFill>
                <a:latin typeface="Calibri"/>
              </a:rPr>
              <a:t>Jadwal di halaman kejuaraan. Buku acara setelah diseeding. Hasil setelah dipublikasikan. Cari atlet di menu publik.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CFBF1"/>
                </a:solidFill>
                <a:latin typeface="Calibri"/>
              </a:rPr>
              <a:t>BAGIAN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Hari lomba — juri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0584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Juri mengisi waktu. Panitia boleh membantu atau mengoreksi.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JURI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Tugas di hari lomba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55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Masuk lewat /login. Langsung ke Tugas juri — hanya seri yang ditugaskan panitia yang tampil.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Pilih seri, isi waktu per lintasan. Ketikan cepat 4–6 angka: 3470 → 00:34.70.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Jika tidak start / tidak finish / didiskualifikasi: pilih DNS, DNF, atau DSQ — jangan isi waktu.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Setelah semua lintasan terisi, kunci seri.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Jika tidak ada tugas: minta panitia mengisi Penugasan juri di pengaturan acara.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0F172A"/>
                </a:solidFill>
                <a:latin typeface="Calibri"/>
              </a:rPr>
              <a:t>•  Panitia bisa mengisi hasil yang sama dari menu Hasil, termasuk koreksi setelah kunci (tercatat di Audit).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RINGKASAN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Siapa mengerjakan apa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4572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498079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Langkah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80160"/>
            <a:ext cx="3200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Siapa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83080"/>
            <a:ext cx="1124712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Siapkan kejuaraan, grup, nomor, matriks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Panitia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7744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Buka / tutup pendaftaran, bagi seri, publikasi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37744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Panitia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1124712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Isi form /daftar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7180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Peserta (tanpa akun)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56616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Import Excel / input manual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Panitia &amp; Super Admin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160520"/>
            <a:ext cx="1124712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Setujui atau tolak entri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Panitia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754880"/>
            <a:ext cx="11247120" cy="530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Isi waktu di hari lomba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Juri, atau panitia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49240"/>
            <a:ext cx="11247120" cy="53035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49240"/>
            <a:ext cx="7498079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0">
                <a:solidFill>
                  <a:srgbClr val="0F172A"/>
                </a:solidFill>
                <a:latin typeface="Calibri"/>
              </a:rPr>
              <a:t>Mundurkan status kejuaraan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49240"/>
            <a:ext cx="3200400" cy="53035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Super Admin saja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CFBF1"/>
                </a:solidFill>
                <a:latin typeface="Calibri"/>
              </a:rPr>
              <a:t>PENGINGAT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4712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Yang sering terlewat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Form publik tidak muncul selama kejuaraan masih Draf. Buka status Pendaftaran terbuka dulu.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Peserta yang belum disetujui tidak masuk pembagian seri.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Pembagian seri dihitung per nomor lomba × kelompok umur, bukan per nomor saja.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Catatan waktu daftar bukan hasil lomba. Hasil diisi juri (atau panitia) di hari lomba.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Satu atlet satu kali per nomor. Ikut tiga nomor = tiga baris (form, Excel, maupun manual).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Setelah dikirim, pendaftar tidak mengedit lagi. Koreksi di sisi panitia.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Import Excel hanya selama Pendaftaran terbuka. Setelah ditutup, import berhenti.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F172A"/>
                </a:solidFill>
                <a:latin typeface="Calibri"/>
              </a:rPr>
              <a:t>•  Tanpa penugasan juri, juri tidak melihat seri yang harus diisi.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601968"/>
            <a:ext cx="82296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SeaRIA  ·  Panduan pemakaian sistem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0312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Siap menjalankan kejuaraan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2412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CCFBF1"/>
                </a:solidFill>
                <a:latin typeface="Calibri"/>
              </a:rPr>
              <a:t>Panitia menyiapkan dan mengendalikan alur.
Peserta daftar tanpa akun, lalu simpan kode REG-…
Juri mengisi waktu di seri yang ditugaskan.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02920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Masuk panitia / juri: /login     ·     Daftar peserta: /daftar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